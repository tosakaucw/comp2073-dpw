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>
        <p:scale>
          <a:sx n="100" d="100"/>
          <a:sy n="100" d="100"/>
        </p:scale>
        <p:origin x="119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A3DE-ABF6-46AE-9592-0F540E1B9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27BF4-5316-4E58-87AA-5101FBF44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AC6F-302D-45BA-8B39-0FA1BEB6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83FF3-B75A-4D7F-B921-48A06FEF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D6936-C427-489F-A53B-2B08357C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1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18E0-584C-4983-9E9D-B3DE7F73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91D1-C039-41E9-96AD-8DB34C407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A5ADD-6D63-4553-A81E-7B0AE313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B97F0-6CB3-4E79-A167-5E11AE85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77F1B-BF4E-46BD-A3FD-2E1FAEBA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6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D87F-D413-4461-AF27-62D3AAE9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0B9CD-C9F4-4078-AF89-1EAF75FA9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908AF-E159-42A0-A8AF-215C2894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A417-FA06-44D9-BFD8-AFCD9661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7A4D-882C-4627-B937-CD606DF7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4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A54E-F954-4C70-A988-0D687B57C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C3511-C55C-40A5-9222-BB2CF4D5A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F1CA3-3C02-4DF3-9F08-B7F0825A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87F99-BF8E-49F4-A8ED-9610A1E0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DABE7-D0CF-4E1D-B2BA-6A76196D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5E479-33F9-4BAB-A11D-39D568C8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6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520F-82EF-4A97-BBDA-266FA244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00DF1-EF89-4793-9485-9C963506C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CAE7C-7FB0-4F66-B1F3-561504ED2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6E817-8410-40A1-B4B0-0A983ADB8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21435-C942-457E-9B12-07A5D5145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CC512-6233-4E85-8D8C-E403025F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6D3AD-BEDB-4DB4-A408-1B804635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20A58-9EF0-4B40-93A9-96F5E3DB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1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976B-8CC3-4CA6-A68D-50E467F4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1B905-E03F-4D55-9703-99C5E93C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F2438-B392-4576-9C86-0B42A81C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B9889-49A1-4359-BB1E-ED33EB4F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3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4632FB-293A-4A34-A293-CD680CE6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96E51-7086-4472-80DB-B067647E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A8642-94FB-41FD-A650-0E17578B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6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7BD4-66D4-4741-B949-9EC824787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D3511-4191-481E-AD85-87662B3DF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E4BB7B-574B-4563-BC4D-D562D9172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31EF4-6F40-4BA6-B67E-0CEC0073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60E8-7D3C-4A31-83F6-D8F8A906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2DF5C-09FA-43DE-B81E-DC4BE70E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B0EF-00E0-4104-94DD-C168891E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5FDBC-2857-44B8-B3F4-AE77F6301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A205D-2E70-42D1-A352-7CD706ABA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4BB1F-92D1-49C5-AB94-D0B81B2EF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0601F-FD37-400F-83D0-A3FBF5F05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1ECE4-1026-4597-978D-14F53E3C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7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3CAA-CAE6-4B29-A2EC-BE0B3DDF1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377D8-E84C-4C0E-A660-CF7DAD5DC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F80EC-853F-4F28-9341-7BDB4064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2F13D-3121-40C5-8916-C2C50F71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017E5-95B5-4722-935D-E64C21DB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0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73335-1F1B-4D60-A025-E03C0B994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6E280-82D7-418B-9F19-AB39B856C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48819-31E2-4020-AD49-C0CF3EFC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D010-00A0-4C66-A4C4-DEC7BFA9F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BF921-E4F7-41F6-B9C2-38B66FB7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1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D6B53-9F99-4F9F-B347-19E3D86D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68E15-82A9-465D-B7ED-8B6685CDA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EF965-1B63-4E3D-A608-ED940BD8E1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EE48C-14F1-42A3-93E9-4C97283AC400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20E85-1B77-4BB2-B2DC-FC62ADC8C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D9956-1C1B-410C-BFE7-A79C6B6E5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09B1D-98C8-40A0-A354-83A1C3F2A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53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FE8966-6AB7-4C4E-BD3B-5C02FACC285C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ABD992-5E6E-4DA1-92EC-9EC20FA1C602}"/>
              </a:ext>
            </a:extLst>
          </p:cNvPr>
          <p:cNvSpPr/>
          <p:nvPr/>
        </p:nvSpPr>
        <p:spPr>
          <a:xfrm>
            <a:off x="0" y="3438525"/>
            <a:ext cx="6096000" cy="3429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9BA55A9-D1CF-4495-92BB-91D8EFAF48EB}"/>
              </a:ext>
            </a:extLst>
          </p:cNvPr>
          <p:cNvGrpSpPr/>
          <p:nvPr/>
        </p:nvGrpSpPr>
        <p:grpSpPr>
          <a:xfrm>
            <a:off x="1333500" y="695324"/>
            <a:ext cx="3429000" cy="2038351"/>
            <a:chOff x="1333500" y="695324"/>
            <a:chExt cx="3429000" cy="203835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4D22F3-C5CD-4100-B28A-1B0E045FB92D}"/>
                </a:ext>
              </a:extLst>
            </p:cNvPr>
            <p:cNvGrpSpPr/>
            <p:nvPr/>
          </p:nvGrpSpPr>
          <p:grpSpPr>
            <a:xfrm>
              <a:off x="1333500" y="695324"/>
              <a:ext cx="3429000" cy="2038351"/>
              <a:chOff x="1266825" y="690561"/>
              <a:chExt cx="3429000" cy="203835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FCEB0B6-2C1C-473C-8B90-72AED902199E}"/>
                  </a:ext>
                </a:extLst>
              </p:cNvPr>
              <p:cNvSpPr/>
              <p:nvPr/>
            </p:nvSpPr>
            <p:spPr>
              <a:xfrm>
                <a:off x="2666999" y="976797"/>
                <a:ext cx="628652" cy="1465881"/>
              </a:xfrm>
              <a:custGeom>
                <a:avLst/>
                <a:gdLst>
                  <a:gd name="connsiteX0" fmla="*/ 309086 w 628652"/>
                  <a:gd name="connsiteY0" fmla="*/ 0 h 1465881"/>
                  <a:gd name="connsiteX1" fmla="*/ 331537 w 628652"/>
                  <a:gd name="connsiteY1" fmla="*/ 20405 h 1465881"/>
                  <a:gd name="connsiteX2" fmla="*/ 628652 w 628652"/>
                  <a:gd name="connsiteY2" fmla="*/ 737703 h 1465881"/>
                  <a:gd name="connsiteX3" fmla="*/ 331537 w 628652"/>
                  <a:gd name="connsiteY3" fmla="*/ 1455001 h 1465881"/>
                  <a:gd name="connsiteX4" fmla="*/ 319566 w 628652"/>
                  <a:gd name="connsiteY4" fmla="*/ 1465881 h 1465881"/>
                  <a:gd name="connsiteX5" fmla="*/ 297115 w 628652"/>
                  <a:gd name="connsiteY5" fmla="*/ 1445476 h 1465881"/>
                  <a:gd name="connsiteX6" fmla="*/ 0 w 628652"/>
                  <a:gd name="connsiteY6" fmla="*/ 728178 h 1465881"/>
                  <a:gd name="connsiteX7" fmla="*/ 297115 w 628652"/>
                  <a:gd name="connsiteY7" fmla="*/ 10880 h 1465881"/>
                  <a:gd name="connsiteX8" fmla="*/ 309086 w 628652"/>
                  <a:gd name="connsiteY8" fmla="*/ 0 h 1465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8652" h="1465881">
                    <a:moveTo>
                      <a:pt x="309086" y="0"/>
                    </a:moveTo>
                    <a:lnTo>
                      <a:pt x="331537" y="20405"/>
                    </a:lnTo>
                    <a:cubicBezTo>
                      <a:pt x="515110" y="203977"/>
                      <a:pt x="628652" y="457581"/>
                      <a:pt x="628652" y="737703"/>
                    </a:cubicBezTo>
                    <a:cubicBezTo>
                      <a:pt x="628652" y="1017826"/>
                      <a:pt x="515110" y="1271429"/>
                      <a:pt x="331537" y="1455001"/>
                    </a:cubicBezTo>
                    <a:lnTo>
                      <a:pt x="319566" y="1465881"/>
                    </a:lnTo>
                    <a:lnTo>
                      <a:pt x="297115" y="1445476"/>
                    </a:lnTo>
                    <a:cubicBezTo>
                      <a:pt x="113542" y="1261904"/>
                      <a:pt x="0" y="1008301"/>
                      <a:pt x="0" y="728178"/>
                    </a:cubicBezTo>
                    <a:cubicBezTo>
                      <a:pt x="0" y="448056"/>
                      <a:pt x="113542" y="194452"/>
                      <a:pt x="297115" y="10880"/>
                    </a:cubicBezTo>
                    <a:lnTo>
                      <a:pt x="309086" y="0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7468A45-C912-4B05-97F4-1DBC7CAE99F8}"/>
                  </a:ext>
                </a:extLst>
              </p:cNvPr>
              <p:cNvSpPr/>
              <p:nvPr/>
            </p:nvSpPr>
            <p:spPr>
              <a:xfrm>
                <a:off x="2976085" y="690561"/>
                <a:ext cx="1719740" cy="2028826"/>
              </a:xfrm>
              <a:custGeom>
                <a:avLst/>
                <a:gdLst>
                  <a:gd name="connsiteX0" fmla="*/ 705327 w 1719740"/>
                  <a:gd name="connsiteY0" fmla="*/ 0 h 2028826"/>
                  <a:gd name="connsiteX1" fmla="*/ 1719740 w 1719740"/>
                  <a:gd name="connsiteY1" fmla="*/ 1014413 h 2028826"/>
                  <a:gd name="connsiteX2" fmla="*/ 705327 w 1719740"/>
                  <a:gd name="connsiteY2" fmla="*/ 2028826 h 2028826"/>
                  <a:gd name="connsiteX3" fmla="*/ 60066 w 1719740"/>
                  <a:gd name="connsiteY3" fmla="*/ 1797183 h 2028826"/>
                  <a:gd name="connsiteX4" fmla="*/ 10480 w 1719740"/>
                  <a:gd name="connsiteY4" fmla="*/ 1752116 h 2028826"/>
                  <a:gd name="connsiteX5" fmla="*/ 22451 w 1719740"/>
                  <a:gd name="connsiteY5" fmla="*/ 1741236 h 2028826"/>
                  <a:gd name="connsiteX6" fmla="*/ 319566 w 1719740"/>
                  <a:gd name="connsiteY6" fmla="*/ 1023938 h 2028826"/>
                  <a:gd name="connsiteX7" fmla="*/ 22451 w 1719740"/>
                  <a:gd name="connsiteY7" fmla="*/ 306640 h 2028826"/>
                  <a:gd name="connsiteX8" fmla="*/ 0 w 1719740"/>
                  <a:gd name="connsiteY8" fmla="*/ 286235 h 2028826"/>
                  <a:gd name="connsiteX9" fmla="*/ 60066 w 1719740"/>
                  <a:gd name="connsiteY9" fmla="*/ 231643 h 2028826"/>
                  <a:gd name="connsiteX10" fmla="*/ 705327 w 1719740"/>
                  <a:gd name="connsiteY10" fmla="*/ 0 h 2028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19740" h="2028826">
                    <a:moveTo>
                      <a:pt x="705327" y="0"/>
                    </a:moveTo>
                    <a:cubicBezTo>
                      <a:pt x="1265572" y="0"/>
                      <a:pt x="1719740" y="454168"/>
                      <a:pt x="1719740" y="1014413"/>
                    </a:cubicBezTo>
                    <a:cubicBezTo>
                      <a:pt x="1719740" y="1574658"/>
                      <a:pt x="1265572" y="2028826"/>
                      <a:pt x="705327" y="2028826"/>
                    </a:cubicBezTo>
                    <a:cubicBezTo>
                      <a:pt x="460220" y="2028826"/>
                      <a:pt x="235417" y="1941896"/>
                      <a:pt x="60066" y="1797183"/>
                    </a:cubicBezTo>
                    <a:lnTo>
                      <a:pt x="10480" y="1752116"/>
                    </a:lnTo>
                    <a:lnTo>
                      <a:pt x="22451" y="1741236"/>
                    </a:lnTo>
                    <a:cubicBezTo>
                      <a:pt x="206024" y="1557664"/>
                      <a:pt x="319566" y="1304061"/>
                      <a:pt x="319566" y="1023938"/>
                    </a:cubicBezTo>
                    <a:cubicBezTo>
                      <a:pt x="319566" y="743816"/>
                      <a:pt x="206024" y="490212"/>
                      <a:pt x="22451" y="306640"/>
                    </a:cubicBezTo>
                    <a:lnTo>
                      <a:pt x="0" y="286235"/>
                    </a:lnTo>
                    <a:lnTo>
                      <a:pt x="60066" y="231643"/>
                    </a:lnTo>
                    <a:cubicBezTo>
                      <a:pt x="235417" y="86931"/>
                      <a:pt x="460220" y="0"/>
                      <a:pt x="705327" y="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8216E66-9DFB-4CCD-B802-572184AA24E3}"/>
                  </a:ext>
                </a:extLst>
              </p:cNvPr>
              <p:cNvSpPr/>
              <p:nvPr/>
            </p:nvSpPr>
            <p:spPr>
              <a:xfrm>
                <a:off x="1266825" y="700086"/>
                <a:ext cx="1719740" cy="2028826"/>
              </a:xfrm>
              <a:custGeom>
                <a:avLst/>
                <a:gdLst>
                  <a:gd name="connsiteX0" fmla="*/ 1014413 w 1719740"/>
                  <a:gd name="connsiteY0" fmla="*/ 0 h 2028826"/>
                  <a:gd name="connsiteX1" fmla="*/ 1659674 w 1719740"/>
                  <a:gd name="connsiteY1" fmla="*/ 231643 h 2028826"/>
                  <a:gd name="connsiteX2" fmla="*/ 1709260 w 1719740"/>
                  <a:gd name="connsiteY2" fmla="*/ 276710 h 2028826"/>
                  <a:gd name="connsiteX3" fmla="*/ 1697289 w 1719740"/>
                  <a:gd name="connsiteY3" fmla="*/ 287590 h 2028826"/>
                  <a:gd name="connsiteX4" fmla="*/ 1400174 w 1719740"/>
                  <a:gd name="connsiteY4" fmla="*/ 1004888 h 2028826"/>
                  <a:gd name="connsiteX5" fmla="*/ 1697289 w 1719740"/>
                  <a:gd name="connsiteY5" fmla="*/ 1722186 h 2028826"/>
                  <a:gd name="connsiteX6" fmla="*/ 1719740 w 1719740"/>
                  <a:gd name="connsiteY6" fmla="*/ 1742591 h 2028826"/>
                  <a:gd name="connsiteX7" fmla="*/ 1659674 w 1719740"/>
                  <a:gd name="connsiteY7" fmla="*/ 1797183 h 2028826"/>
                  <a:gd name="connsiteX8" fmla="*/ 1014413 w 1719740"/>
                  <a:gd name="connsiteY8" fmla="*/ 2028826 h 2028826"/>
                  <a:gd name="connsiteX9" fmla="*/ 0 w 1719740"/>
                  <a:gd name="connsiteY9" fmla="*/ 1014413 h 2028826"/>
                  <a:gd name="connsiteX10" fmla="*/ 1014413 w 1719740"/>
                  <a:gd name="connsiteY10" fmla="*/ 0 h 2028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19740" h="2028826">
                    <a:moveTo>
                      <a:pt x="1014413" y="0"/>
                    </a:moveTo>
                    <a:cubicBezTo>
                      <a:pt x="1259520" y="0"/>
                      <a:pt x="1484324" y="86931"/>
                      <a:pt x="1659674" y="231643"/>
                    </a:cubicBezTo>
                    <a:lnTo>
                      <a:pt x="1709260" y="276710"/>
                    </a:lnTo>
                    <a:lnTo>
                      <a:pt x="1697289" y="287590"/>
                    </a:lnTo>
                    <a:cubicBezTo>
                      <a:pt x="1513716" y="471162"/>
                      <a:pt x="1400174" y="724766"/>
                      <a:pt x="1400174" y="1004888"/>
                    </a:cubicBezTo>
                    <a:cubicBezTo>
                      <a:pt x="1400174" y="1285011"/>
                      <a:pt x="1513716" y="1538614"/>
                      <a:pt x="1697289" y="1722186"/>
                    </a:cubicBezTo>
                    <a:lnTo>
                      <a:pt x="1719740" y="1742591"/>
                    </a:lnTo>
                    <a:lnTo>
                      <a:pt x="1659674" y="1797183"/>
                    </a:lnTo>
                    <a:cubicBezTo>
                      <a:pt x="1484324" y="1941896"/>
                      <a:pt x="1259520" y="2028826"/>
                      <a:pt x="1014413" y="2028826"/>
                    </a:cubicBezTo>
                    <a:cubicBezTo>
                      <a:pt x="454168" y="2028826"/>
                      <a:pt x="0" y="1574658"/>
                      <a:pt x="0" y="1014413"/>
                    </a:cubicBezTo>
                    <a:cubicBezTo>
                      <a:pt x="0" y="454168"/>
                      <a:pt x="454168" y="0"/>
                      <a:pt x="1014413" y="0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9F0CED5-CE20-406E-BFDE-2B9275D0976A}"/>
                </a:ext>
              </a:extLst>
            </p:cNvPr>
            <p:cNvSpPr txBox="1"/>
            <p:nvPr/>
          </p:nvSpPr>
          <p:spPr>
            <a:xfrm>
              <a:off x="2166984" y="78736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8B77102-0954-4333-A397-79BB30A9C0ED}"/>
                </a:ext>
              </a:extLst>
            </p:cNvPr>
            <p:cNvSpPr txBox="1"/>
            <p:nvPr/>
          </p:nvSpPr>
          <p:spPr>
            <a:xfrm>
              <a:off x="3657185" y="78736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18A57AA-2544-4031-83D2-6D228D80A662}"/>
              </a:ext>
            </a:extLst>
          </p:cNvPr>
          <p:cNvGrpSpPr/>
          <p:nvPr/>
        </p:nvGrpSpPr>
        <p:grpSpPr>
          <a:xfrm>
            <a:off x="6096000" y="0"/>
            <a:ext cx="6096000" cy="3429000"/>
            <a:chOff x="6096000" y="0"/>
            <a:chExt cx="6096000" cy="3429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657C03-28E2-412D-B8FF-829150B5B19D}"/>
                </a:ext>
              </a:extLst>
            </p:cNvPr>
            <p:cNvSpPr/>
            <p:nvPr/>
          </p:nvSpPr>
          <p:spPr>
            <a:xfrm>
              <a:off x="6096000" y="0"/>
              <a:ext cx="6096000" cy="3429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24C7DF9-1A4A-4B4A-A300-0EFE86A270E7}"/>
                </a:ext>
              </a:extLst>
            </p:cNvPr>
            <p:cNvGrpSpPr/>
            <p:nvPr/>
          </p:nvGrpSpPr>
          <p:grpSpPr>
            <a:xfrm>
              <a:off x="7496174" y="685799"/>
              <a:ext cx="3429000" cy="2038351"/>
              <a:chOff x="1266825" y="690561"/>
              <a:chExt cx="3429000" cy="2038351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B1949F8-B3CA-4F0E-B95C-C134DE7EB1EE}"/>
                  </a:ext>
                </a:extLst>
              </p:cNvPr>
              <p:cNvSpPr/>
              <p:nvPr/>
            </p:nvSpPr>
            <p:spPr>
              <a:xfrm>
                <a:off x="2666999" y="976797"/>
                <a:ext cx="628652" cy="1465881"/>
              </a:xfrm>
              <a:custGeom>
                <a:avLst/>
                <a:gdLst>
                  <a:gd name="connsiteX0" fmla="*/ 309086 w 628652"/>
                  <a:gd name="connsiteY0" fmla="*/ 0 h 1465881"/>
                  <a:gd name="connsiteX1" fmla="*/ 331537 w 628652"/>
                  <a:gd name="connsiteY1" fmla="*/ 20405 h 1465881"/>
                  <a:gd name="connsiteX2" fmla="*/ 628652 w 628652"/>
                  <a:gd name="connsiteY2" fmla="*/ 737703 h 1465881"/>
                  <a:gd name="connsiteX3" fmla="*/ 331537 w 628652"/>
                  <a:gd name="connsiteY3" fmla="*/ 1455001 h 1465881"/>
                  <a:gd name="connsiteX4" fmla="*/ 319566 w 628652"/>
                  <a:gd name="connsiteY4" fmla="*/ 1465881 h 1465881"/>
                  <a:gd name="connsiteX5" fmla="*/ 297115 w 628652"/>
                  <a:gd name="connsiteY5" fmla="*/ 1445476 h 1465881"/>
                  <a:gd name="connsiteX6" fmla="*/ 0 w 628652"/>
                  <a:gd name="connsiteY6" fmla="*/ 728178 h 1465881"/>
                  <a:gd name="connsiteX7" fmla="*/ 297115 w 628652"/>
                  <a:gd name="connsiteY7" fmla="*/ 10880 h 1465881"/>
                  <a:gd name="connsiteX8" fmla="*/ 309086 w 628652"/>
                  <a:gd name="connsiteY8" fmla="*/ 0 h 1465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8652" h="1465881">
                    <a:moveTo>
                      <a:pt x="309086" y="0"/>
                    </a:moveTo>
                    <a:lnTo>
                      <a:pt x="331537" y="20405"/>
                    </a:lnTo>
                    <a:cubicBezTo>
                      <a:pt x="515110" y="203977"/>
                      <a:pt x="628652" y="457581"/>
                      <a:pt x="628652" y="737703"/>
                    </a:cubicBezTo>
                    <a:cubicBezTo>
                      <a:pt x="628652" y="1017826"/>
                      <a:pt x="515110" y="1271429"/>
                      <a:pt x="331537" y="1455001"/>
                    </a:cubicBezTo>
                    <a:lnTo>
                      <a:pt x="319566" y="1465881"/>
                    </a:lnTo>
                    <a:lnTo>
                      <a:pt x="297115" y="1445476"/>
                    </a:lnTo>
                    <a:cubicBezTo>
                      <a:pt x="113542" y="1261904"/>
                      <a:pt x="0" y="1008301"/>
                      <a:pt x="0" y="728178"/>
                    </a:cubicBezTo>
                    <a:cubicBezTo>
                      <a:pt x="0" y="448056"/>
                      <a:pt x="113542" y="194452"/>
                      <a:pt x="297115" y="10880"/>
                    </a:cubicBezTo>
                    <a:lnTo>
                      <a:pt x="309086" y="0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DF92A53-B176-43A1-8D3D-4E6E9E3DF8B9}"/>
                  </a:ext>
                </a:extLst>
              </p:cNvPr>
              <p:cNvSpPr/>
              <p:nvPr/>
            </p:nvSpPr>
            <p:spPr>
              <a:xfrm>
                <a:off x="2976085" y="690561"/>
                <a:ext cx="1719740" cy="2028826"/>
              </a:xfrm>
              <a:custGeom>
                <a:avLst/>
                <a:gdLst>
                  <a:gd name="connsiteX0" fmla="*/ 705327 w 1719740"/>
                  <a:gd name="connsiteY0" fmla="*/ 0 h 2028826"/>
                  <a:gd name="connsiteX1" fmla="*/ 1719740 w 1719740"/>
                  <a:gd name="connsiteY1" fmla="*/ 1014413 h 2028826"/>
                  <a:gd name="connsiteX2" fmla="*/ 705327 w 1719740"/>
                  <a:gd name="connsiteY2" fmla="*/ 2028826 h 2028826"/>
                  <a:gd name="connsiteX3" fmla="*/ 60066 w 1719740"/>
                  <a:gd name="connsiteY3" fmla="*/ 1797183 h 2028826"/>
                  <a:gd name="connsiteX4" fmla="*/ 10480 w 1719740"/>
                  <a:gd name="connsiteY4" fmla="*/ 1752116 h 2028826"/>
                  <a:gd name="connsiteX5" fmla="*/ 22451 w 1719740"/>
                  <a:gd name="connsiteY5" fmla="*/ 1741236 h 2028826"/>
                  <a:gd name="connsiteX6" fmla="*/ 319566 w 1719740"/>
                  <a:gd name="connsiteY6" fmla="*/ 1023938 h 2028826"/>
                  <a:gd name="connsiteX7" fmla="*/ 22451 w 1719740"/>
                  <a:gd name="connsiteY7" fmla="*/ 306640 h 2028826"/>
                  <a:gd name="connsiteX8" fmla="*/ 0 w 1719740"/>
                  <a:gd name="connsiteY8" fmla="*/ 286235 h 2028826"/>
                  <a:gd name="connsiteX9" fmla="*/ 60066 w 1719740"/>
                  <a:gd name="connsiteY9" fmla="*/ 231643 h 2028826"/>
                  <a:gd name="connsiteX10" fmla="*/ 705327 w 1719740"/>
                  <a:gd name="connsiteY10" fmla="*/ 0 h 2028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19740" h="2028826">
                    <a:moveTo>
                      <a:pt x="705327" y="0"/>
                    </a:moveTo>
                    <a:cubicBezTo>
                      <a:pt x="1265572" y="0"/>
                      <a:pt x="1719740" y="454168"/>
                      <a:pt x="1719740" y="1014413"/>
                    </a:cubicBezTo>
                    <a:cubicBezTo>
                      <a:pt x="1719740" y="1574658"/>
                      <a:pt x="1265572" y="2028826"/>
                      <a:pt x="705327" y="2028826"/>
                    </a:cubicBezTo>
                    <a:cubicBezTo>
                      <a:pt x="460220" y="2028826"/>
                      <a:pt x="235417" y="1941896"/>
                      <a:pt x="60066" y="1797183"/>
                    </a:cubicBezTo>
                    <a:lnTo>
                      <a:pt x="10480" y="1752116"/>
                    </a:lnTo>
                    <a:lnTo>
                      <a:pt x="22451" y="1741236"/>
                    </a:lnTo>
                    <a:cubicBezTo>
                      <a:pt x="206024" y="1557664"/>
                      <a:pt x="319566" y="1304061"/>
                      <a:pt x="319566" y="1023938"/>
                    </a:cubicBezTo>
                    <a:cubicBezTo>
                      <a:pt x="319566" y="743816"/>
                      <a:pt x="206024" y="490212"/>
                      <a:pt x="22451" y="306640"/>
                    </a:cubicBezTo>
                    <a:lnTo>
                      <a:pt x="0" y="286235"/>
                    </a:lnTo>
                    <a:lnTo>
                      <a:pt x="60066" y="231643"/>
                    </a:lnTo>
                    <a:cubicBezTo>
                      <a:pt x="235417" y="86931"/>
                      <a:pt x="460220" y="0"/>
                      <a:pt x="705327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ADD8940-7EF4-43F0-8E04-1539E4A0F677}"/>
                  </a:ext>
                </a:extLst>
              </p:cNvPr>
              <p:cNvSpPr/>
              <p:nvPr/>
            </p:nvSpPr>
            <p:spPr>
              <a:xfrm>
                <a:off x="1266825" y="700086"/>
                <a:ext cx="1719740" cy="2028826"/>
              </a:xfrm>
              <a:custGeom>
                <a:avLst/>
                <a:gdLst>
                  <a:gd name="connsiteX0" fmla="*/ 1014413 w 1719740"/>
                  <a:gd name="connsiteY0" fmla="*/ 0 h 2028826"/>
                  <a:gd name="connsiteX1" fmla="*/ 1659674 w 1719740"/>
                  <a:gd name="connsiteY1" fmla="*/ 231643 h 2028826"/>
                  <a:gd name="connsiteX2" fmla="*/ 1709260 w 1719740"/>
                  <a:gd name="connsiteY2" fmla="*/ 276710 h 2028826"/>
                  <a:gd name="connsiteX3" fmla="*/ 1697289 w 1719740"/>
                  <a:gd name="connsiteY3" fmla="*/ 287590 h 2028826"/>
                  <a:gd name="connsiteX4" fmla="*/ 1400174 w 1719740"/>
                  <a:gd name="connsiteY4" fmla="*/ 1004888 h 2028826"/>
                  <a:gd name="connsiteX5" fmla="*/ 1697289 w 1719740"/>
                  <a:gd name="connsiteY5" fmla="*/ 1722186 h 2028826"/>
                  <a:gd name="connsiteX6" fmla="*/ 1719740 w 1719740"/>
                  <a:gd name="connsiteY6" fmla="*/ 1742591 h 2028826"/>
                  <a:gd name="connsiteX7" fmla="*/ 1659674 w 1719740"/>
                  <a:gd name="connsiteY7" fmla="*/ 1797183 h 2028826"/>
                  <a:gd name="connsiteX8" fmla="*/ 1014413 w 1719740"/>
                  <a:gd name="connsiteY8" fmla="*/ 2028826 h 2028826"/>
                  <a:gd name="connsiteX9" fmla="*/ 0 w 1719740"/>
                  <a:gd name="connsiteY9" fmla="*/ 1014413 h 2028826"/>
                  <a:gd name="connsiteX10" fmla="*/ 1014413 w 1719740"/>
                  <a:gd name="connsiteY10" fmla="*/ 0 h 2028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19740" h="2028826">
                    <a:moveTo>
                      <a:pt x="1014413" y="0"/>
                    </a:moveTo>
                    <a:cubicBezTo>
                      <a:pt x="1259520" y="0"/>
                      <a:pt x="1484324" y="86931"/>
                      <a:pt x="1659674" y="231643"/>
                    </a:cubicBezTo>
                    <a:lnTo>
                      <a:pt x="1709260" y="276710"/>
                    </a:lnTo>
                    <a:lnTo>
                      <a:pt x="1697289" y="287590"/>
                    </a:lnTo>
                    <a:cubicBezTo>
                      <a:pt x="1513716" y="471162"/>
                      <a:pt x="1400174" y="724766"/>
                      <a:pt x="1400174" y="1004888"/>
                    </a:cubicBezTo>
                    <a:cubicBezTo>
                      <a:pt x="1400174" y="1285011"/>
                      <a:pt x="1513716" y="1538614"/>
                      <a:pt x="1697289" y="1722186"/>
                    </a:cubicBezTo>
                    <a:lnTo>
                      <a:pt x="1719740" y="1742591"/>
                    </a:lnTo>
                    <a:lnTo>
                      <a:pt x="1659674" y="1797183"/>
                    </a:lnTo>
                    <a:cubicBezTo>
                      <a:pt x="1484324" y="1941896"/>
                      <a:pt x="1259520" y="2028826"/>
                      <a:pt x="1014413" y="2028826"/>
                    </a:cubicBezTo>
                    <a:cubicBezTo>
                      <a:pt x="454168" y="2028826"/>
                      <a:pt x="0" y="1574658"/>
                      <a:pt x="0" y="1014413"/>
                    </a:cubicBezTo>
                    <a:cubicBezTo>
                      <a:pt x="0" y="454168"/>
                      <a:pt x="454168" y="0"/>
                      <a:pt x="1014413" y="0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5F31B04-DBEC-4F0C-9BA2-B946025A04EC}"/>
                </a:ext>
              </a:extLst>
            </p:cNvPr>
            <p:cNvSpPr/>
            <p:nvPr/>
          </p:nvSpPr>
          <p:spPr>
            <a:xfrm>
              <a:off x="8896348" y="972035"/>
              <a:ext cx="628652" cy="1465881"/>
            </a:xfrm>
            <a:custGeom>
              <a:avLst/>
              <a:gdLst>
                <a:gd name="connsiteX0" fmla="*/ 309086 w 628652"/>
                <a:gd name="connsiteY0" fmla="*/ 0 h 1465881"/>
                <a:gd name="connsiteX1" fmla="*/ 331537 w 628652"/>
                <a:gd name="connsiteY1" fmla="*/ 20405 h 1465881"/>
                <a:gd name="connsiteX2" fmla="*/ 628652 w 628652"/>
                <a:gd name="connsiteY2" fmla="*/ 737703 h 1465881"/>
                <a:gd name="connsiteX3" fmla="*/ 331537 w 628652"/>
                <a:gd name="connsiteY3" fmla="*/ 1455001 h 1465881"/>
                <a:gd name="connsiteX4" fmla="*/ 319566 w 628652"/>
                <a:gd name="connsiteY4" fmla="*/ 1465881 h 1465881"/>
                <a:gd name="connsiteX5" fmla="*/ 297115 w 628652"/>
                <a:gd name="connsiteY5" fmla="*/ 1445476 h 1465881"/>
                <a:gd name="connsiteX6" fmla="*/ 0 w 628652"/>
                <a:gd name="connsiteY6" fmla="*/ 728178 h 1465881"/>
                <a:gd name="connsiteX7" fmla="*/ 297115 w 628652"/>
                <a:gd name="connsiteY7" fmla="*/ 10880 h 1465881"/>
                <a:gd name="connsiteX8" fmla="*/ 309086 w 628652"/>
                <a:gd name="connsiteY8" fmla="*/ 0 h 146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2" h="1465881">
                  <a:moveTo>
                    <a:pt x="309086" y="0"/>
                  </a:moveTo>
                  <a:lnTo>
                    <a:pt x="331537" y="20405"/>
                  </a:lnTo>
                  <a:cubicBezTo>
                    <a:pt x="515110" y="203977"/>
                    <a:pt x="628652" y="457581"/>
                    <a:pt x="628652" y="737703"/>
                  </a:cubicBezTo>
                  <a:cubicBezTo>
                    <a:pt x="628652" y="1017826"/>
                    <a:pt x="515110" y="1271429"/>
                    <a:pt x="331537" y="1455001"/>
                  </a:cubicBezTo>
                  <a:lnTo>
                    <a:pt x="319566" y="1465881"/>
                  </a:lnTo>
                  <a:lnTo>
                    <a:pt x="297115" y="1445476"/>
                  </a:lnTo>
                  <a:cubicBezTo>
                    <a:pt x="113542" y="1261904"/>
                    <a:pt x="0" y="1008301"/>
                    <a:pt x="0" y="728178"/>
                  </a:cubicBezTo>
                  <a:cubicBezTo>
                    <a:pt x="0" y="448056"/>
                    <a:pt x="113542" y="194452"/>
                    <a:pt x="297115" y="10880"/>
                  </a:cubicBezTo>
                  <a:lnTo>
                    <a:pt x="309086" y="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D82CB4F-CCCA-4503-945F-E93FDDA6CF4A}"/>
                </a:ext>
              </a:extLst>
            </p:cNvPr>
            <p:cNvSpPr txBox="1"/>
            <p:nvPr/>
          </p:nvSpPr>
          <p:spPr>
            <a:xfrm>
              <a:off x="8329658" y="79689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2095E1F-CAE9-4843-98C0-1A501D1028C3}"/>
                </a:ext>
              </a:extLst>
            </p:cNvPr>
            <p:cNvSpPr txBox="1"/>
            <p:nvPr/>
          </p:nvSpPr>
          <p:spPr>
            <a:xfrm>
              <a:off x="9814590" y="81642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00DFF1A-2CED-48C8-81F9-9EBEA8BAE843}"/>
              </a:ext>
            </a:extLst>
          </p:cNvPr>
          <p:cNvGrpSpPr/>
          <p:nvPr/>
        </p:nvGrpSpPr>
        <p:grpSpPr>
          <a:xfrm>
            <a:off x="1317780" y="4133849"/>
            <a:ext cx="3439480" cy="2038351"/>
            <a:chOff x="1317780" y="4133849"/>
            <a:chExt cx="3439480" cy="2038351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75B2A42-9AB1-486F-9059-12A7828FAF09}"/>
                </a:ext>
              </a:extLst>
            </p:cNvPr>
            <p:cNvSpPr/>
            <p:nvPr/>
          </p:nvSpPr>
          <p:spPr>
            <a:xfrm>
              <a:off x="2728434" y="4420085"/>
              <a:ext cx="628652" cy="1465881"/>
            </a:xfrm>
            <a:custGeom>
              <a:avLst/>
              <a:gdLst>
                <a:gd name="connsiteX0" fmla="*/ 309086 w 628652"/>
                <a:gd name="connsiteY0" fmla="*/ 0 h 1465881"/>
                <a:gd name="connsiteX1" fmla="*/ 331537 w 628652"/>
                <a:gd name="connsiteY1" fmla="*/ 20405 h 1465881"/>
                <a:gd name="connsiteX2" fmla="*/ 628652 w 628652"/>
                <a:gd name="connsiteY2" fmla="*/ 737703 h 1465881"/>
                <a:gd name="connsiteX3" fmla="*/ 331537 w 628652"/>
                <a:gd name="connsiteY3" fmla="*/ 1455001 h 1465881"/>
                <a:gd name="connsiteX4" fmla="*/ 319566 w 628652"/>
                <a:gd name="connsiteY4" fmla="*/ 1465881 h 1465881"/>
                <a:gd name="connsiteX5" fmla="*/ 297115 w 628652"/>
                <a:gd name="connsiteY5" fmla="*/ 1445476 h 1465881"/>
                <a:gd name="connsiteX6" fmla="*/ 0 w 628652"/>
                <a:gd name="connsiteY6" fmla="*/ 728178 h 1465881"/>
                <a:gd name="connsiteX7" fmla="*/ 297115 w 628652"/>
                <a:gd name="connsiteY7" fmla="*/ 10880 h 1465881"/>
                <a:gd name="connsiteX8" fmla="*/ 309086 w 628652"/>
                <a:gd name="connsiteY8" fmla="*/ 0 h 1465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2" h="1465881">
                  <a:moveTo>
                    <a:pt x="309086" y="0"/>
                  </a:moveTo>
                  <a:lnTo>
                    <a:pt x="331537" y="20405"/>
                  </a:lnTo>
                  <a:cubicBezTo>
                    <a:pt x="515110" y="203977"/>
                    <a:pt x="628652" y="457581"/>
                    <a:pt x="628652" y="737703"/>
                  </a:cubicBezTo>
                  <a:cubicBezTo>
                    <a:pt x="628652" y="1017826"/>
                    <a:pt x="515110" y="1271429"/>
                    <a:pt x="331537" y="1455001"/>
                  </a:cubicBezTo>
                  <a:lnTo>
                    <a:pt x="319566" y="1465881"/>
                  </a:lnTo>
                  <a:lnTo>
                    <a:pt x="297115" y="1445476"/>
                  </a:lnTo>
                  <a:cubicBezTo>
                    <a:pt x="113542" y="1261904"/>
                    <a:pt x="0" y="1008301"/>
                    <a:pt x="0" y="728178"/>
                  </a:cubicBezTo>
                  <a:cubicBezTo>
                    <a:pt x="0" y="448056"/>
                    <a:pt x="113542" y="194452"/>
                    <a:pt x="297115" y="10880"/>
                  </a:cubicBezTo>
                  <a:lnTo>
                    <a:pt x="309086" y="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BDA39B-7EF5-4840-8A3D-82C6D68118B1}"/>
                </a:ext>
              </a:extLst>
            </p:cNvPr>
            <p:cNvSpPr/>
            <p:nvPr/>
          </p:nvSpPr>
          <p:spPr>
            <a:xfrm>
              <a:off x="3037520" y="4133849"/>
              <a:ext cx="1719740" cy="2028826"/>
            </a:xfrm>
            <a:custGeom>
              <a:avLst/>
              <a:gdLst>
                <a:gd name="connsiteX0" fmla="*/ 705327 w 1719740"/>
                <a:gd name="connsiteY0" fmla="*/ 0 h 2028826"/>
                <a:gd name="connsiteX1" fmla="*/ 1719740 w 1719740"/>
                <a:gd name="connsiteY1" fmla="*/ 1014413 h 2028826"/>
                <a:gd name="connsiteX2" fmla="*/ 705327 w 1719740"/>
                <a:gd name="connsiteY2" fmla="*/ 2028826 h 2028826"/>
                <a:gd name="connsiteX3" fmla="*/ 60066 w 1719740"/>
                <a:gd name="connsiteY3" fmla="*/ 1797183 h 2028826"/>
                <a:gd name="connsiteX4" fmla="*/ 10480 w 1719740"/>
                <a:gd name="connsiteY4" fmla="*/ 1752116 h 2028826"/>
                <a:gd name="connsiteX5" fmla="*/ 22451 w 1719740"/>
                <a:gd name="connsiteY5" fmla="*/ 1741236 h 2028826"/>
                <a:gd name="connsiteX6" fmla="*/ 319566 w 1719740"/>
                <a:gd name="connsiteY6" fmla="*/ 1023938 h 2028826"/>
                <a:gd name="connsiteX7" fmla="*/ 22451 w 1719740"/>
                <a:gd name="connsiteY7" fmla="*/ 306640 h 2028826"/>
                <a:gd name="connsiteX8" fmla="*/ 0 w 1719740"/>
                <a:gd name="connsiteY8" fmla="*/ 286235 h 2028826"/>
                <a:gd name="connsiteX9" fmla="*/ 60066 w 1719740"/>
                <a:gd name="connsiteY9" fmla="*/ 231643 h 2028826"/>
                <a:gd name="connsiteX10" fmla="*/ 705327 w 1719740"/>
                <a:gd name="connsiteY10" fmla="*/ 0 h 202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19740" h="2028826">
                  <a:moveTo>
                    <a:pt x="705327" y="0"/>
                  </a:moveTo>
                  <a:cubicBezTo>
                    <a:pt x="1265572" y="0"/>
                    <a:pt x="1719740" y="454168"/>
                    <a:pt x="1719740" y="1014413"/>
                  </a:cubicBezTo>
                  <a:cubicBezTo>
                    <a:pt x="1719740" y="1574658"/>
                    <a:pt x="1265572" y="2028826"/>
                    <a:pt x="705327" y="2028826"/>
                  </a:cubicBezTo>
                  <a:cubicBezTo>
                    <a:pt x="460220" y="2028826"/>
                    <a:pt x="235417" y="1941896"/>
                    <a:pt x="60066" y="1797183"/>
                  </a:cubicBezTo>
                  <a:lnTo>
                    <a:pt x="10480" y="1752116"/>
                  </a:lnTo>
                  <a:lnTo>
                    <a:pt x="22451" y="1741236"/>
                  </a:lnTo>
                  <a:cubicBezTo>
                    <a:pt x="206024" y="1557664"/>
                    <a:pt x="319566" y="1304061"/>
                    <a:pt x="319566" y="1023938"/>
                  </a:cubicBezTo>
                  <a:cubicBezTo>
                    <a:pt x="319566" y="743816"/>
                    <a:pt x="206024" y="490212"/>
                    <a:pt x="22451" y="306640"/>
                  </a:cubicBezTo>
                  <a:lnTo>
                    <a:pt x="0" y="286235"/>
                  </a:lnTo>
                  <a:lnTo>
                    <a:pt x="60066" y="231643"/>
                  </a:lnTo>
                  <a:cubicBezTo>
                    <a:pt x="235417" y="86931"/>
                    <a:pt x="460220" y="0"/>
                    <a:pt x="705327" y="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B5E6F37-1766-4E5D-91A0-5F66E4EC2423}"/>
                </a:ext>
              </a:extLst>
            </p:cNvPr>
            <p:cNvSpPr/>
            <p:nvPr/>
          </p:nvSpPr>
          <p:spPr>
            <a:xfrm>
              <a:off x="1317780" y="4143374"/>
              <a:ext cx="1719740" cy="2028826"/>
            </a:xfrm>
            <a:custGeom>
              <a:avLst/>
              <a:gdLst>
                <a:gd name="connsiteX0" fmla="*/ 1014413 w 1719740"/>
                <a:gd name="connsiteY0" fmla="*/ 0 h 2028826"/>
                <a:gd name="connsiteX1" fmla="*/ 1659674 w 1719740"/>
                <a:gd name="connsiteY1" fmla="*/ 231643 h 2028826"/>
                <a:gd name="connsiteX2" fmla="*/ 1709260 w 1719740"/>
                <a:gd name="connsiteY2" fmla="*/ 276710 h 2028826"/>
                <a:gd name="connsiteX3" fmla="*/ 1697289 w 1719740"/>
                <a:gd name="connsiteY3" fmla="*/ 287590 h 2028826"/>
                <a:gd name="connsiteX4" fmla="*/ 1400174 w 1719740"/>
                <a:gd name="connsiteY4" fmla="*/ 1004888 h 2028826"/>
                <a:gd name="connsiteX5" fmla="*/ 1697289 w 1719740"/>
                <a:gd name="connsiteY5" fmla="*/ 1722186 h 2028826"/>
                <a:gd name="connsiteX6" fmla="*/ 1719740 w 1719740"/>
                <a:gd name="connsiteY6" fmla="*/ 1742591 h 2028826"/>
                <a:gd name="connsiteX7" fmla="*/ 1659674 w 1719740"/>
                <a:gd name="connsiteY7" fmla="*/ 1797183 h 2028826"/>
                <a:gd name="connsiteX8" fmla="*/ 1014413 w 1719740"/>
                <a:gd name="connsiteY8" fmla="*/ 2028826 h 2028826"/>
                <a:gd name="connsiteX9" fmla="*/ 0 w 1719740"/>
                <a:gd name="connsiteY9" fmla="*/ 1014413 h 2028826"/>
                <a:gd name="connsiteX10" fmla="*/ 1014413 w 1719740"/>
                <a:gd name="connsiteY10" fmla="*/ 0 h 202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19740" h="2028826">
                  <a:moveTo>
                    <a:pt x="1014413" y="0"/>
                  </a:moveTo>
                  <a:cubicBezTo>
                    <a:pt x="1259520" y="0"/>
                    <a:pt x="1484324" y="86931"/>
                    <a:pt x="1659674" y="231643"/>
                  </a:cubicBezTo>
                  <a:lnTo>
                    <a:pt x="1709260" y="276710"/>
                  </a:lnTo>
                  <a:lnTo>
                    <a:pt x="1697289" y="287590"/>
                  </a:lnTo>
                  <a:cubicBezTo>
                    <a:pt x="1513716" y="471162"/>
                    <a:pt x="1400174" y="724766"/>
                    <a:pt x="1400174" y="1004888"/>
                  </a:cubicBezTo>
                  <a:cubicBezTo>
                    <a:pt x="1400174" y="1285011"/>
                    <a:pt x="1513716" y="1538614"/>
                    <a:pt x="1697289" y="1722186"/>
                  </a:cubicBezTo>
                  <a:lnTo>
                    <a:pt x="1719740" y="1742591"/>
                  </a:lnTo>
                  <a:lnTo>
                    <a:pt x="1659674" y="1797183"/>
                  </a:lnTo>
                  <a:cubicBezTo>
                    <a:pt x="1484324" y="1941896"/>
                    <a:pt x="1259520" y="2028826"/>
                    <a:pt x="1014413" y="2028826"/>
                  </a:cubicBezTo>
                  <a:cubicBezTo>
                    <a:pt x="454168" y="2028826"/>
                    <a:pt x="0" y="1574658"/>
                    <a:pt x="0" y="1014413"/>
                  </a:cubicBezTo>
                  <a:cubicBezTo>
                    <a:pt x="0" y="454168"/>
                    <a:pt x="454168" y="0"/>
                    <a:pt x="1014413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23BAD08-A45A-46A4-A2BF-D4DE98C34937}"/>
                </a:ext>
              </a:extLst>
            </p:cNvPr>
            <p:cNvSpPr txBox="1"/>
            <p:nvPr/>
          </p:nvSpPr>
          <p:spPr>
            <a:xfrm>
              <a:off x="2167506" y="424066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0926A8C-84D1-4698-B360-4C58B74B87E8}"/>
                </a:ext>
              </a:extLst>
            </p:cNvPr>
            <p:cNvSpPr txBox="1"/>
            <p:nvPr/>
          </p:nvSpPr>
          <p:spPr>
            <a:xfrm>
              <a:off x="3579873" y="425067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1BDD1A8-40A4-4DC1-9601-1EDC3CB10BD8}"/>
              </a:ext>
            </a:extLst>
          </p:cNvPr>
          <p:cNvGrpSpPr/>
          <p:nvPr/>
        </p:nvGrpSpPr>
        <p:grpSpPr>
          <a:xfrm>
            <a:off x="6096000" y="3438525"/>
            <a:ext cx="6096000" cy="3429000"/>
            <a:chOff x="6096000" y="3438525"/>
            <a:chExt cx="6096000" cy="3429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C690AD-FE22-40CD-B598-4E9BFABF8BCF}"/>
                </a:ext>
              </a:extLst>
            </p:cNvPr>
            <p:cNvSpPr/>
            <p:nvPr/>
          </p:nvSpPr>
          <p:spPr>
            <a:xfrm>
              <a:off x="6096000" y="3438525"/>
              <a:ext cx="6096000" cy="3429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8D2BADF-1243-4880-B011-61E8DC837C88}"/>
                </a:ext>
              </a:extLst>
            </p:cNvPr>
            <p:cNvSpPr/>
            <p:nvPr/>
          </p:nvSpPr>
          <p:spPr>
            <a:xfrm>
              <a:off x="9209719" y="4143374"/>
              <a:ext cx="1719740" cy="2028826"/>
            </a:xfrm>
            <a:custGeom>
              <a:avLst/>
              <a:gdLst>
                <a:gd name="connsiteX0" fmla="*/ 705327 w 1719740"/>
                <a:gd name="connsiteY0" fmla="*/ 0 h 2028826"/>
                <a:gd name="connsiteX1" fmla="*/ 1719740 w 1719740"/>
                <a:gd name="connsiteY1" fmla="*/ 1014413 h 2028826"/>
                <a:gd name="connsiteX2" fmla="*/ 705327 w 1719740"/>
                <a:gd name="connsiteY2" fmla="*/ 2028826 h 2028826"/>
                <a:gd name="connsiteX3" fmla="*/ 60066 w 1719740"/>
                <a:gd name="connsiteY3" fmla="*/ 1797183 h 2028826"/>
                <a:gd name="connsiteX4" fmla="*/ 10480 w 1719740"/>
                <a:gd name="connsiteY4" fmla="*/ 1752116 h 2028826"/>
                <a:gd name="connsiteX5" fmla="*/ 22451 w 1719740"/>
                <a:gd name="connsiteY5" fmla="*/ 1741236 h 2028826"/>
                <a:gd name="connsiteX6" fmla="*/ 319566 w 1719740"/>
                <a:gd name="connsiteY6" fmla="*/ 1023938 h 2028826"/>
                <a:gd name="connsiteX7" fmla="*/ 22451 w 1719740"/>
                <a:gd name="connsiteY7" fmla="*/ 306640 h 2028826"/>
                <a:gd name="connsiteX8" fmla="*/ 0 w 1719740"/>
                <a:gd name="connsiteY8" fmla="*/ 286235 h 2028826"/>
                <a:gd name="connsiteX9" fmla="*/ 60066 w 1719740"/>
                <a:gd name="connsiteY9" fmla="*/ 231643 h 2028826"/>
                <a:gd name="connsiteX10" fmla="*/ 705327 w 1719740"/>
                <a:gd name="connsiteY10" fmla="*/ 0 h 202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19740" h="2028826">
                  <a:moveTo>
                    <a:pt x="705327" y="0"/>
                  </a:moveTo>
                  <a:cubicBezTo>
                    <a:pt x="1265572" y="0"/>
                    <a:pt x="1719740" y="454168"/>
                    <a:pt x="1719740" y="1014413"/>
                  </a:cubicBezTo>
                  <a:cubicBezTo>
                    <a:pt x="1719740" y="1574658"/>
                    <a:pt x="1265572" y="2028826"/>
                    <a:pt x="705327" y="2028826"/>
                  </a:cubicBezTo>
                  <a:cubicBezTo>
                    <a:pt x="460220" y="2028826"/>
                    <a:pt x="235417" y="1941896"/>
                    <a:pt x="60066" y="1797183"/>
                  </a:cubicBezTo>
                  <a:lnTo>
                    <a:pt x="10480" y="1752116"/>
                  </a:lnTo>
                  <a:lnTo>
                    <a:pt x="22451" y="1741236"/>
                  </a:lnTo>
                  <a:cubicBezTo>
                    <a:pt x="206024" y="1557664"/>
                    <a:pt x="319566" y="1304061"/>
                    <a:pt x="319566" y="1023938"/>
                  </a:cubicBezTo>
                  <a:cubicBezTo>
                    <a:pt x="319566" y="743816"/>
                    <a:pt x="206024" y="490212"/>
                    <a:pt x="22451" y="306640"/>
                  </a:cubicBezTo>
                  <a:lnTo>
                    <a:pt x="0" y="286235"/>
                  </a:lnTo>
                  <a:lnTo>
                    <a:pt x="60066" y="231643"/>
                  </a:lnTo>
                  <a:cubicBezTo>
                    <a:pt x="235417" y="86931"/>
                    <a:pt x="460220" y="0"/>
                    <a:pt x="705327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6B3F3AF-2C04-4CD6-8D89-59BDA2F668BC}"/>
                </a:ext>
              </a:extLst>
            </p:cNvPr>
            <p:cNvSpPr/>
            <p:nvPr/>
          </p:nvSpPr>
          <p:spPr>
            <a:xfrm>
              <a:off x="7500459" y="4152899"/>
              <a:ext cx="1719740" cy="2028826"/>
            </a:xfrm>
            <a:custGeom>
              <a:avLst/>
              <a:gdLst>
                <a:gd name="connsiteX0" fmla="*/ 1014413 w 1719740"/>
                <a:gd name="connsiteY0" fmla="*/ 0 h 2028826"/>
                <a:gd name="connsiteX1" fmla="*/ 1659674 w 1719740"/>
                <a:gd name="connsiteY1" fmla="*/ 231643 h 2028826"/>
                <a:gd name="connsiteX2" fmla="*/ 1709260 w 1719740"/>
                <a:gd name="connsiteY2" fmla="*/ 276710 h 2028826"/>
                <a:gd name="connsiteX3" fmla="*/ 1697289 w 1719740"/>
                <a:gd name="connsiteY3" fmla="*/ 287590 h 2028826"/>
                <a:gd name="connsiteX4" fmla="*/ 1400174 w 1719740"/>
                <a:gd name="connsiteY4" fmla="*/ 1004888 h 2028826"/>
                <a:gd name="connsiteX5" fmla="*/ 1697289 w 1719740"/>
                <a:gd name="connsiteY5" fmla="*/ 1722186 h 2028826"/>
                <a:gd name="connsiteX6" fmla="*/ 1719740 w 1719740"/>
                <a:gd name="connsiteY6" fmla="*/ 1742591 h 2028826"/>
                <a:gd name="connsiteX7" fmla="*/ 1659674 w 1719740"/>
                <a:gd name="connsiteY7" fmla="*/ 1797183 h 2028826"/>
                <a:gd name="connsiteX8" fmla="*/ 1014413 w 1719740"/>
                <a:gd name="connsiteY8" fmla="*/ 2028826 h 2028826"/>
                <a:gd name="connsiteX9" fmla="*/ 0 w 1719740"/>
                <a:gd name="connsiteY9" fmla="*/ 1014413 h 2028826"/>
                <a:gd name="connsiteX10" fmla="*/ 1014413 w 1719740"/>
                <a:gd name="connsiteY10" fmla="*/ 0 h 202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19740" h="2028826">
                  <a:moveTo>
                    <a:pt x="1014413" y="0"/>
                  </a:moveTo>
                  <a:cubicBezTo>
                    <a:pt x="1259520" y="0"/>
                    <a:pt x="1484324" y="86931"/>
                    <a:pt x="1659674" y="231643"/>
                  </a:cubicBezTo>
                  <a:lnTo>
                    <a:pt x="1709260" y="276710"/>
                  </a:lnTo>
                  <a:lnTo>
                    <a:pt x="1697289" y="287590"/>
                  </a:lnTo>
                  <a:cubicBezTo>
                    <a:pt x="1513716" y="471162"/>
                    <a:pt x="1400174" y="724766"/>
                    <a:pt x="1400174" y="1004888"/>
                  </a:cubicBezTo>
                  <a:cubicBezTo>
                    <a:pt x="1400174" y="1285011"/>
                    <a:pt x="1513716" y="1538614"/>
                    <a:pt x="1697289" y="1722186"/>
                  </a:cubicBezTo>
                  <a:lnTo>
                    <a:pt x="1719740" y="1742591"/>
                  </a:lnTo>
                  <a:lnTo>
                    <a:pt x="1659674" y="1797183"/>
                  </a:lnTo>
                  <a:cubicBezTo>
                    <a:pt x="1484324" y="1941896"/>
                    <a:pt x="1259520" y="2028826"/>
                    <a:pt x="1014413" y="2028826"/>
                  </a:cubicBezTo>
                  <a:cubicBezTo>
                    <a:pt x="454168" y="2028826"/>
                    <a:pt x="0" y="1574658"/>
                    <a:pt x="0" y="1014413"/>
                  </a:cubicBezTo>
                  <a:cubicBezTo>
                    <a:pt x="0" y="454168"/>
                    <a:pt x="454168" y="0"/>
                    <a:pt x="1014413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DE25E48-D9DF-4FE2-BD88-9FB347BC8A23}"/>
                </a:ext>
              </a:extLst>
            </p:cNvPr>
            <p:cNvSpPr txBox="1"/>
            <p:nvPr/>
          </p:nvSpPr>
          <p:spPr>
            <a:xfrm>
              <a:off x="8330180" y="4250191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847C4ED-B42B-42D0-BB2E-DE98D74F257B}"/>
                </a:ext>
              </a:extLst>
            </p:cNvPr>
            <p:cNvSpPr txBox="1"/>
            <p:nvPr/>
          </p:nvSpPr>
          <p:spPr>
            <a:xfrm>
              <a:off x="9766459" y="425592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3133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CFC7A2-BA00-4350-91F2-94A787905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39" y="1706730"/>
            <a:ext cx="6108721" cy="344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69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UIC</dc:creator>
  <cp:lastModifiedBy>UIC</cp:lastModifiedBy>
  <cp:revision>8</cp:revision>
  <dcterms:created xsi:type="dcterms:W3CDTF">2024-03-15T09:20:55Z</dcterms:created>
  <dcterms:modified xsi:type="dcterms:W3CDTF">2024-03-15T09:47:03Z</dcterms:modified>
</cp:coreProperties>
</file>